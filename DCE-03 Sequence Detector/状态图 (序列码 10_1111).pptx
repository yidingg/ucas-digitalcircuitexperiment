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60" autoAdjust="0"/>
  </p:normalViewPr>
  <p:slideViewPr>
    <p:cSldViewPr snapToGrid="0">
      <p:cViewPr>
        <p:scale>
          <a:sx n="125" d="100"/>
          <a:sy n="125" d="100"/>
        </p:scale>
        <p:origin x="130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3C97F-894A-439E-88F3-9F3DE06D2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D44A07-9048-49BD-9A45-7C800A4DE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D1B0C-10B7-4520-BCC1-87A50631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12914-A322-4D9F-AA76-00351492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E10D6-02B5-42F9-985B-A9DA8F6D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8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C8790-9969-47A0-BCBA-ED5E9ADF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8CCAC7-0373-4975-915F-432D2115C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EA0270-AF5D-4E69-A4BF-4197447A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93BAEE-968F-4901-B3B0-923CB03E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7F0AC-0495-4CC7-AD6B-35FD5291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82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F9714-B56F-44A0-BAB9-A0E18764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9CDFFC-F056-4CEC-8425-E006DA2F7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9033C-3925-41A1-95F3-20C0C415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4892A-65D6-4128-9E18-7EE5B2BA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DF7EB-0288-47DF-B765-04648BD6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8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6E89E-DC51-4AE2-8F7A-9958245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8A5B7-F582-4F78-B6D4-003848E2B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EE67F-F586-4935-8503-ED07A6DAE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FF6B81-B039-4442-ACAC-3FD98816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C874CD-43AF-41AA-B6AD-3B07681D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4044DA-7303-4D48-AB0C-DAEBF727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74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7036F-52F2-4CD2-82C0-367CF162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2B8628-F162-402B-87CE-98D677FD6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5E5296-E970-40BF-9045-091F0DC3B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4F2AC5-399E-47A7-BDFE-CD49C2F79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38CBE5-329F-4708-B73B-958FAEE55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60C488-DE79-4F2B-9007-F2BA2BD2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972D29-F662-48BF-B64F-599BA5C9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014F7-9EC0-42DD-9EFA-7265A29E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5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EB41E-212F-4C1C-AFA6-2439CF27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9950F4-B15D-45D0-9311-E78E38AA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D1E00-6287-43CC-8B98-9906EE25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9E38B1-6D44-4C3D-B00F-2CDFC397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5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920AE5-B05A-4898-B856-B5654BF4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14F234-A305-4676-B632-91DA7D8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5138D-4EF6-45B4-B113-0F7F56B4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BF25E-EFEA-4C7A-A4C8-E8F68C93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2670F-859C-401D-8B43-03BF591F5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745CA2-BB93-43B1-8519-6049EC04F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2BE2F6-6711-4B2F-8D5E-6D224229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07F1B2-3F42-40AA-B334-0896D839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C4C212-CF4C-4CF6-A222-D05C8B13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53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91078-333D-41BD-B876-B5A786FE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371901-B4FF-4B20-8E26-7BF4FBF34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CDF729-5BA5-4538-8FE6-E7676DF63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BCAB8A-EA79-4C13-AD7C-8DE305B8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0D1C7-3D45-4DEF-9FA7-B3D29B17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AF6418-A44A-4F11-B06C-B9AC0AAB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99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FD906-08ED-40DF-A06E-44FCAF78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36C6DB-E7A8-44BC-8FD3-0C0501A5A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52F0C-71D7-446F-A2F2-2A40A5FF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BAC90-C9A7-4E42-86F7-629141C3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253EC-8874-482D-92FC-99965C28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42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169F25-EB2A-45BC-91F6-0BF3EA185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3965CB-7043-4591-B787-8570FA58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3EE792-2734-48B7-845D-8877493B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DB2C27-BB25-4B2C-AD31-8E214A27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D45AA-84F5-45FD-984E-DD525B36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86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86B047-49C4-403B-B6B9-3104319A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3887F-3470-42B7-8FEA-E753B8DC6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9D6408-839B-4691-9B06-B6305063D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F393C-E668-4ED5-996E-23DEAD1F9A8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B23391-4D8B-44BC-9AFB-8FE210665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52550-F121-425E-989A-C919B9F85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F54F6-391A-4D79-BDEC-3B7E5C3AE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14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8A938B6-DE83-48AF-BF62-1EEA1C09E034}"/>
              </a:ext>
            </a:extLst>
          </p:cNvPr>
          <p:cNvSpPr/>
          <p:nvPr/>
        </p:nvSpPr>
        <p:spPr>
          <a:xfrm>
            <a:off x="1252604" y="1582339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E5A8F6-A30A-4D61-B9EE-9424FA09872A}"/>
              </a:ext>
            </a:extLst>
          </p:cNvPr>
          <p:cNvSpPr txBox="1"/>
          <p:nvPr/>
        </p:nvSpPr>
        <p:spPr>
          <a:xfrm>
            <a:off x="1709803" y="2013002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s0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0649831-5F2E-4FA0-ACAA-B301F2544FCC}"/>
              </a:ext>
            </a:extLst>
          </p:cNvPr>
          <p:cNvSpPr/>
          <p:nvPr/>
        </p:nvSpPr>
        <p:spPr>
          <a:xfrm>
            <a:off x="3776944" y="1582339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48923A-CA55-460B-96CC-4AE440E8F1DD}"/>
              </a:ext>
            </a:extLst>
          </p:cNvPr>
          <p:cNvSpPr txBox="1"/>
          <p:nvPr/>
        </p:nvSpPr>
        <p:spPr>
          <a:xfrm>
            <a:off x="4234143" y="2013002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s1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A152434-A654-49D3-AF2F-24B7CB86FF58}"/>
              </a:ext>
            </a:extLst>
          </p:cNvPr>
          <p:cNvSpPr/>
          <p:nvPr/>
        </p:nvSpPr>
        <p:spPr>
          <a:xfrm>
            <a:off x="6155759" y="1582339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35A0AF-2E53-4594-B70B-2A3647EEB114}"/>
              </a:ext>
            </a:extLst>
          </p:cNvPr>
          <p:cNvSpPr txBox="1"/>
          <p:nvPr/>
        </p:nvSpPr>
        <p:spPr>
          <a:xfrm>
            <a:off x="6612958" y="2013002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s2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D8A157-1267-4558-BE6A-6EC81FD978CD}"/>
              </a:ext>
            </a:extLst>
          </p:cNvPr>
          <p:cNvSpPr/>
          <p:nvPr/>
        </p:nvSpPr>
        <p:spPr>
          <a:xfrm>
            <a:off x="8586137" y="1582339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2EA265-705A-4B7B-AF5F-1BEC98AD1AF0}"/>
              </a:ext>
            </a:extLst>
          </p:cNvPr>
          <p:cNvSpPr txBox="1"/>
          <p:nvPr/>
        </p:nvSpPr>
        <p:spPr>
          <a:xfrm>
            <a:off x="9043336" y="2013002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s3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86F3608-293B-485C-856B-AE3EA7EBB7BC}"/>
              </a:ext>
            </a:extLst>
          </p:cNvPr>
          <p:cNvSpPr/>
          <p:nvPr/>
        </p:nvSpPr>
        <p:spPr>
          <a:xfrm>
            <a:off x="2106274" y="3972770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CB237E-60B7-4DBD-A3DF-11B582EB7E27}"/>
              </a:ext>
            </a:extLst>
          </p:cNvPr>
          <p:cNvSpPr txBox="1"/>
          <p:nvPr/>
        </p:nvSpPr>
        <p:spPr>
          <a:xfrm>
            <a:off x="2563472" y="4410725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s6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4567B2-0535-4DFC-86A1-39AF58285544}"/>
              </a:ext>
            </a:extLst>
          </p:cNvPr>
          <p:cNvSpPr/>
          <p:nvPr/>
        </p:nvSpPr>
        <p:spPr>
          <a:xfrm>
            <a:off x="4769884" y="3972769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CA90D6-D47B-498D-B97D-1EB3522D0D9B}"/>
              </a:ext>
            </a:extLst>
          </p:cNvPr>
          <p:cNvSpPr txBox="1"/>
          <p:nvPr/>
        </p:nvSpPr>
        <p:spPr>
          <a:xfrm>
            <a:off x="5220732" y="4410725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s5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8255EE2-A09E-479B-B582-40D04F824763}"/>
              </a:ext>
            </a:extLst>
          </p:cNvPr>
          <p:cNvSpPr/>
          <p:nvPr/>
        </p:nvSpPr>
        <p:spPr>
          <a:xfrm>
            <a:off x="7420793" y="3972768"/>
            <a:ext cx="1973179" cy="123065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6064B1-B2C8-4A44-B0C4-BF675BB45FAA}"/>
              </a:ext>
            </a:extLst>
          </p:cNvPr>
          <p:cNvSpPr txBox="1"/>
          <p:nvPr/>
        </p:nvSpPr>
        <p:spPr>
          <a:xfrm>
            <a:off x="7877992" y="4410725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s4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9ABB0177-06E6-4C1A-B79F-8B21D46106DA}"/>
              </a:ext>
            </a:extLst>
          </p:cNvPr>
          <p:cNvCxnSpPr>
            <a:cxnSpLocks/>
            <a:stCxn id="4" idx="2"/>
            <a:endCxn id="4" idx="0"/>
          </p:cNvCxnSpPr>
          <p:nvPr/>
        </p:nvCxnSpPr>
        <p:spPr>
          <a:xfrm rot="10800000" flipH="1">
            <a:off x="1252604" y="1582339"/>
            <a:ext cx="986590" cy="615330"/>
          </a:xfrm>
          <a:prstGeom prst="curvedConnector4">
            <a:avLst>
              <a:gd name="adj1" fmla="val -19488"/>
              <a:gd name="adj2" fmla="val 1371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A25B07F3-8676-4E81-AA7A-8979FFDB1B1E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3225783" y="2197669"/>
            <a:ext cx="551161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E1FDC55F-F700-4740-B2B5-26C3BF87D70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5750123" y="2197669"/>
            <a:ext cx="405636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7B36E1C5-516D-49C3-B7C8-E7B5F5676D70}"/>
              </a:ext>
            </a:extLst>
          </p:cNvPr>
          <p:cNvCxnSpPr>
            <a:stCxn id="8" idx="6"/>
            <a:endCxn id="10" idx="2"/>
          </p:cNvCxnSpPr>
          <p:nvPr/>
        </p:nvCxnSpPr>
        <p:spPr>
          <a:xfrm>
            <a:off x="8128938" y="2197669"/>
            <a:ext cx="45719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E75FE01C-4B04-4527-8C58-EFB0879A14F4}"/>
              </a:ext>
            </a:extLst>
          </p:cNvPr>
          <p:cNvCxnSpPr>
            <a:cxnSpLocks/>
            <a:stCxn id="10" idx="6"/>
            <a:endCxn id="16" idx="6"/>
          </p:cNvCxnSpPr>
          <p:nvPr/>
        </p:nvCxnSpPr>
        <p:spPr>
          <a:xfrm flipH="1">
            <a:off x="9393972" y="2197669"/>
            <a:ext cx="1165344" cy="2390429"/>
          </a:xfrm>
          <a:prstGeom prst="curvedConnector3">
            <a:avLst>
              <a:gd name="adj1" fmla="val -3988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081EE35E-78AD-4191-9A1C-78969BF988B9}"/>
              </a:ext>
            </a:extLst>
          </p:cNvPr>
          <p:cNvCxnSpPr>
            <a:stCxn id="16" idx="2"/>
            <a:endCxn id="14" idx="6"/>
          </p:cNvCxnSpPr>
          <p:nvPr/>
        </p:nvCxnSpPr>
        <p:spPr>
          <a:xfrm rot="10800000" flipV="1">
            <a:off x="6743063" y="4588097"/>
            <a:ext cx="677730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C735CD06-51C2-4768-89E3-C4710D276919}"/>
              </a:ext>
            </a:extLst>
          </p:cNvPr>
          <p:cNvCxnSpPr>
            <a:cxnSpLocks/>
            <a:stCxn id="14" idx="2"/>
            <a:endCxn id="12" idx="6"/>
          </p:cNvCxnSpPr>
          <p:nvPr/>
        </p:nvCxnSpPr>
        <p:spPr>
          <a:xfrm rot="10800000" flipV="1">
            <a:off x="4079454" y="4588098"/>
            <a:ext cx="690431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279F3F58-3F22-4533-9F39-123808AF6C29}"/>
              </a:ext>
            </a:extLst>
          </p:cNvPr>
          <p:cNvCxnSpPr>
            <a:cxnSpLocks/>
            <a:stCxn id="12" idx="2"/>
            <a:endCxn id="8" idx="3"/>
          </p:cNvCxnSpPr>
          <p:nvPr/>
        </p:nvCxnSpPr>
        <p:spPr>
          <a:xfrm rot="10800000" flipH="1">
            <a:off x="2106274" y="2632772"/>
            <a:ext cx="4338450" cy="1955328"/>
          </a:xfrm>
          <a:prstGeom prst="curvedConnector4">
            <a:avLst>
              <a:gd name="adj1" fmla="val -6526"/>
              <a:gd name="adj2" fmla="val 769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348BEC3A-D905-4755-9142-C873068EF216}"/>
              </a:ext>
            </a:extLst>
          </p:cNvPr>
          <p:cNvCxnSpPr>
            <a:cxnSpLocks/>
            <a:stCxn id="6" idx="0"/>
            <a:endCxn id="6" idx="1"/>
          </p:cNvCxnSpPr>
          <p:nvPr/>
        </p:nvCxnSpPr>
        <p:spPr>
          <a:xfrm rot="16200000" flipH="1" flipV="1">
            <a:off x="4324609" y="1323639"/>
            <a:ext cx="180226" cy="697625"/>
          </a:xfrm>
          <a:prstGeom prst="curvedConnector3">
            <a:avLst>
              <a:gd name="adj1" fmla="val -1268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1A6B9741-A387-4EB6-94A8-DE975C828A81}"/>
              </a:ext>
            </a:extLst>
          </p:cNvPr>
          <p:cNvCxnSpPr>
            <a:cxnSpLocks/>
            <a:stCxn id="8" idx="0"/>
            <a:endCxn id="4" idx="0"/>
          </p:cNvCxnSpPr>
          <p:nvPr/>
        </p:nvCxnSpPr>
        <p:spPr>
          <a:xfrm rot="16200000" flipV="1">
            <a:off x="4690772" y="-869239"/>
            <a:ext cx="12700" cy="4903155"/>
          </a:xfrm>
          <a:prstGeom prst="curvedConnector3">
            <a:avLst>
              <a:gd name="adj1" fmla="val 78556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9A08080F-1186-47C6-B637-2D9010D686D6}"/>
              </a:ext>
            </a:extLst>
          </p:cNvPr>
          <p:cNvCxnSpPr>
            <a:cxnSpLocks/>
            <a:stCxn id="10" idx="0"/>
            <a:endCxn id="8" idx="0"/>
          </p:cNvCxnSpPr>
          <p:nvPr/>
        </p:nvCxnSpPr>
        <p:spPr>
          <a:xfrm rot="16200000" flipV="1">
            <a:off x="8357538" y="367150"/>
            <a:ext cx="12700" cy="2430378"/>
          </a:xfrm>
          <a:prstGeom prst="curvedConnector3">
            <a:avLst>
              <a:gd name="adj1" fmla="val 45655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35814DF4-370C-482C-9C3B-8B1D751183D4}"/>
              </a:ext>
            </a:extLst>
          </p:cNvPr>
          <p:cNvCxnSpPr>
            <a:endCxn id="8" idx="4"/>
          </p:cNvCxnSpPr>
          <p:nvPr/>
        </p:nvCxnSpPr>
        <p:spPr>
          <a:xfrm rot="16200000" flipV="1">
            <a:off x="6672854" y="3282494"/>
            <a:ext cx="1468379" cy="5293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3E8C2EA0-8720-4F6C-B734-C2D8C725B368}"/>
              </a:ext>
            </a:extLst>
          </p:cNvPr>
          <p:cNvCxnSpPr>
            <a:cxnSpLocks/>
            <a:stCxn id="14" idx="0"/>
            <a:endCxn id="8" idx="3"/>
          </p:cNvCxnSpPr>
          <p:nvPr/>
        </p:nvCxnSpPr>
        <p:spPr>
          <a:xfrm rot="5400000" flipH="1" flipV="1">
            <a:off x="5430601" y="2958646"/>
            <a:ext cx="1339997" cy="688250"/>
          </a:xfrm>
          <a:prstGeom prst="curvedConnector3">
            <a:avLst>
              <a:gd name="adj1" fmla="val 423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688EEE17-94FC-498C-8204-263DBD3FB7C8}"/>
              </a:ext>
            </a:extLst>
          </p:cNvPr>
          <p:cNvCxnSpPr>
            <a:cxnSpLocks/>
            <a:stCxn id="12" idx="0"/>
            <a:endCxn id="6" idx="4"/>
          </p:cNvCxnSpPr>
          <p:nvPr/>
        </p:nvCxnSpPr>
        <p:spPr>
          <a:xfrm rot="5400000" flipH="1" flipV="1">
            <a:off x="3348313" y="2557549"/>
            <a:ext cx="1159772" cy="16706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802E775A-CE64-428B-9AC2-398FE3CF09AB}"/>
              </a:ext>
            </a:extLst>
          </p:cNvPr>
          <p:cNvSpPr txBox="1"/>
          <p:nvPr/>
        </p:nvSpPr>
        <p:spPr>
          <a:xfrm>
            <a:off x="716629" y="1111145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C601B2-B7F2-4760-9BBD-504DD3D21039}"/>
              </a:ext>
            </a:extLst>
          </p:cNvPr>
          <p:cNvSpPr txBox="1"/>
          <p:nvPr/>
        </p:nvSpPr>
        <p:spPr>
          <a:xfrm>
            <a:off x="2961088" y="1892223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D08C294-600B-461F-924F-5B927C856671}"/>
              </a:ext>
            </a:extLst>
          </p:cNvPr>
          <p:cNvSpPr txBox="1"/>
          <p:nvPr/>
        </p:nvSpPr>
        <p:spPr>
          <a:xfrm>
            <a:off x="4198050" y="1080095"/>
            <a:ext cx="105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  <a:p>
            <a:pPr algn="ctr"/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5806827-2B6A-45E6-BC16-AB7FD3CAC869}"/>
              </a:ext>
            </a:extLst>
          </p:cNvPr>
          <p:cNvSpPr txBox="1"/>
          <p:nvPr/>
        </p:nvSpPr>
        <p:spPr>
          <a:xfrm>
            <a:off x="5416341" y="1857045"/>
            <a:ext cx="105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  <a:p>
            <a:pPr algn="ctr"/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42FAB2A-8E65-4FEE-A651-ADCA52AD7198}"/>
              </a:ext>
            </a:extLst>
          </p:cNvPr>
          <p:cNvSpPr txBox="1"/>
          <p:nvPr/>
        </p:nvSpPr>
        <p:spPr>
          <a:xfrm>
            <a:off x="7817737" y="1836979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A4A9456-EB08-4EBB-BF56-EC9D825943FA}"/>
              </a:ext>
            </a:extLst>
          </p:cNvPr>
          <p:cNvSpPr txBox="1"/>
          <p:nvPr/>
        </p:nvSpPr>
        <p:spPr>
          <a:xfrm>
            <a:off x="6362014" y="794346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BBCDC7-CBFE-42DB-AD52-23260886F21D}"/>
              </a:ext>
            </a:extLst>
          </p:cNvPr>
          <p:cNvSpPr txBox="1"/>
          <p:nvPr/>
        </p:nvSpPr>
        <p:spPr>
          <a:xfrm>
            <a:off x="9043335" y="956219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0D84284-5702-4F75-9E17-934526DF3513}"/>
              </a:ext>
            </a:extLst>
          </p:cNvPr>
          <p:cNvSpPr txBox="1"/>
          <p:nvPr/>
        </p:nvSpPr>
        <p:spPr>
          <a:xfrm>
            <a:off x="10644093" y="2318710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1011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E7E33A3-EB56-4EE6-A0E0-0E8FBFBD9C77}"/>
              </a:ext>
            </a:extLst>
          </p:cNvPr>
          <p:cNvSpPr txBox="1"/>
          <p:nvPr/>
        </p:nvSpPr>
        <p:spPr>
          <a:xfrm>
            <a:off x="6557955" y="4633891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10111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10E24CB-75D1-4A1D-97F2-70E6D38963B8}"/>
              </a:ext>
            </a:extLst>
          </p:cNvPr>
          <p:cNvSpPr txBox="1"/>
          <p:nvPr/>
        </p:nvSpPr>
        <p:spPr>
          <a:xfrm>
            <a:off x="7401886" y="3440758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938015A-E0CB-44CF-A662-D3CBE25D477E}"/>
              </a:ext>
            </a:extLst>
          </p:cNvPr>
          <p:cNvSpPr txBox="1"/>
          <p:nvPr/>
        </p:nvSpPr>
        <p:spPr>
          <a:xfrm>
            <a:off x="3904675" y="4628278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101111</a:t>
            </a:r>
            <a:endParaRPr lang="zh-CN" altLang="en-US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BBF7EDD-D019-4280-8673-6CD142764085}"/>
              </a:ext>
            </a:extLst>
          </p:cNvPr>
          <p:cNvSpPr txBox="1"/>
          <p:nvPr/>
        </p:nvSpPr>
        <p:spPr>
          <a:xfrm>
            <a:off x="5717672" y="3526985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1011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11F7CF1-C22C-4B6D-AAEB-DF83F83FCE18}"/>
              </a:ext>
            </a:extLst>
          </p:cNvPr>
          <p:cNvSpPr txBox="1"/>
          <p:nvPr/>
        </p:nvSpPr>
        <p:spPr>
          <a:xfrm>
            <a:off x="3145046" y="3609788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01111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C63AF9F-A25C-4B0C-876B-2A8638169A1B}"/>
              </a:ext>
            </a:extLst>
          </p:cNvPr>
          <p:cNvSpPr txBox="1"/>
          <p:nvPr/>
        </p:nvSpPr>
        <p:spPr>
          <a:xfrm>
            <a:off x="1735746" y="3618021"/>
            <a:ext cx="10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0111</a:t>
            </a:r>
            <a:r>
              <a:rPr lang="en-US" altLang="zh-CN" dirty="0">
                <a:ln w="0"/>
                <a:solidFill>
                  <a:srgbClr val="FF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CN" altLang="en-US" dirty="0">
              <a:ln w="0"/>
              <a:solidFill>
                <a:srgbClr val="FF00F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8694A9-6E19-E080-42C8-50636432E5C3}"/>
              </a:ext>
            </a:extLst>
          </p:cNvPr>
          <p:cNvSpPr txBox="1"/>
          <p:nvPr/>
        </p:nvSpPr>
        <p:spPr>
          <a:xfrm>
            <a:off x="3859412" y="5671416"/>
            <a:ext cx="407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目标序列：</a:t>
            </a:r>
            <a:r>
              <a:rPr lang="en-US" altLang="zh-CN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10_1111</a:t>
            </a:r>
          </a:p>
          <a:p>
            <a:pPr algn="ctr"/>
            <a:endParaRPr lang="zh-CN" altLang="en-US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2963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25</Words>
  <Application>Microsoft Office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墨轩</dc:creator>
  <cp:lastModifiedBy>丁毅</cp:lastModifiedBy>
  <cp:revision>70</cp:revision>
  <dcterms:created xsi:type="dcterms:W3CDTF">2024-12-21T23:31:59Z</dcterms:created>
  <dcterms:modified xsi:type="dcterms:W3CDTF">2025-11-08T01:37:58Z</dcterms:modified>
</cp:coreProperties>
</file>